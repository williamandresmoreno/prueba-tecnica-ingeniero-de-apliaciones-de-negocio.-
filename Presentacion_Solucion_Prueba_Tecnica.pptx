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D3A8A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2563EB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TÉCNICA · FRONTEND REACT / CMS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Panel de Contenido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 Estación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· TypeScript · TanStack Query v5 · Vite · Vitest · Testing Library · CI/CD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Andrés Moreno  ·  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Objetivo funcional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 un panel que muestre el listado de estaciones y, al seleccionar una, consulte y despliegue los servicios que ofrece — con soporte para activar/inactivar cada estación y una arquitectura lista para producción.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28269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31181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Listar estaciones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34107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stationId, con useState + 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04488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412394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Servicios por ícono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2519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Baño, Cajeros, Soat, Tienda — no por texto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96519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800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Activar / inactivar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50932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estación editable desde la lista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586984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5806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6418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Fetching con React Query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593445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cache, cancelación, dedupe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1554480"/>
            <a:ext cx="3794760" cy="4617720"/>
          </a:xfrm>
          <a:prstGeom prst="roundRect">
            <a:avLst>
              <a:gd name="adj" fmla="val 2410"/>
            </a:avLst>
          </a:prstGeom>
          <a:solidFill>
            <a:srgbClr val="0B1F4D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DATOS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214884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Station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stationId · status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StationServiceLink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stationId · serviceId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ServiceCatalogItem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(s1..s4) · name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ContentItem (CMS)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stationId · status(draft|published) · updatedAt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Estructura por capas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Separación estricta de responsabilidades: la UI nunca llama al API directamente, y solo services/ conoce la forma real de los datos.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487168"/>
            <a:ext cx="1773936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4871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Composición de pantalla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StationsPage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33472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98064" y="22860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2487168"/>
            <a:ext cx="1773936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962656" y="24871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80944" y="306324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presentacional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StationList · ServicesPanel · StatusToggle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82896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47488" y="22860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487168"/>
            <a:ext cx="1773936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4871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0368" y="306324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Query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useStations · useStationServices · useUpdateStationStatus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96912" y="22860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1504" y="2487168"/>
            <a:ext cx="1773936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461504" y="24871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79792" y="306324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 datos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api.ts · mockData.ts · queryKeys.ts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81744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46336" y="22860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10928" y="2487168"/>
            <a:ext cx="1773936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9710928" y="24871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29216" y="306324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 de dominio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 · ServiceKey · ContentItem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dependencia: pages → components + hooks → services → types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830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2951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React 18 + TypeScript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5694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tipados, strict mode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0" y="16002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7830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407408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07408" y="22951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TanStack Query v5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07408" y="25694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Fetching, cache, cancelación, optimistic updates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63840" y="16002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17830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065008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65008" y="22951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Vite 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65008" y="25694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y dev server rápidos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3832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383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8953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lucide-react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" y="41696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Íconos accesibles para los servicios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06240" y="32004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07408" y="33832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407408" y="3383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7408" y="38953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Vitest + Testing Library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07408" y="41696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de componente, hook e integración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863840" y="32004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65008" y="33832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8065008" y="3383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65008" y="38953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jest-axe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65008" y="41696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de accesibilidad automatizados (WCAG)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800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49834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983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9808" y="54955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ESLint + typescript-eslint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49808" y="57698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y consistencia de código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06240" y="4800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07408" y="49834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407408" y="4983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07408" y="54955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Husky + lint-staged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407408" y="57698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Pre-commit hooks locales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63840" y="4800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65008" y="49834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8065008" y="4983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65008" y="5495544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065008" y="5769864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CI: lint · test · cobertura · build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ALCANCE AMPLIADO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Funcionalidades adicionales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allá del enunciado base: detalles que en un producto real marcan la diferencia entre una demo y una herramienta que un equipo de operaciones usaría a diario.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231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Experiencia de usuario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11810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300837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 métricas (total / activas / inactivas)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77647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66674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y filtro por nombre o código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4348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432511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Ordenar por nombre o por estado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509320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49834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oscuro persistente (localStorage)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14884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24231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Confiabilidad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434840" y="3118104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645152" y="300837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Confirmación antes de inactivar una estación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34840" y="377647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645152" y="366674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Boundary de nivel de aplicación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4434840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645152" y="432511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Manejo de deep-link inválido (?station=999)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509320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9834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 toast de éxito/error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63840" y="214884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2440" y="24231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Productividad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092440" y="3118104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00837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Atajo de teclado “/” para buscar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3776472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8302752" y="366674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Exportar el listado visible a CSV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4434840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8302752" y="432511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Skeleton loaders mientras carga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92440" y="509320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8302752" y="49834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Deep-linking por URL (?station=001)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INTERACCIÓN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Flujo: seleccionar estación → ver servicios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14600"/>
            <a:ext cx="17465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 hace click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estación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14600" y="28803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97480" y="23774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2807208" y="2514600"/>
            <a:ext cx="17465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useStationServices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 stationId como queryKey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23774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2514600"/>
            <a:ext cx="17465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Query cancela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query anterior (AbortSignal)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12280" y="28803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95160" y="23774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888" y="2514600"/>
            <a:ext cx="17465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services/api.ts resuelve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join estación↔servicio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0" y="28803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0" y="23774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53728" y="2514600"/>
            <a:ext cx="17465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ServicesPanel renderiza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íconos accesibles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estado de carga usa role="status" y los errores role="alert"; el toggle de estado usa actualización optimista con rollback automático ante fallo.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DEBUGGING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Bug: useEffect con deps vacías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E1B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— con bug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75488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fetchContent(stationId);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Deps [] → nunca refetchea al cambiar stationId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7216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721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cancelación → fetch duplicado en StrictMode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288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2885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abort → condiciones de carrera entre selecciones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5623560" cy="4297680"/>
          </a:xfrm>
          <a:prstGeom prst="roundRect">
            <a:avLst>
              <a:gd name="adj" fmla="val 1702"/>
            </a:avLst>
          </a:prstGeom>
          <a:solidFill>
            <a:srgbClr val="0B2C2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— con React Query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5120640" cy="1554480"/>
          </a:xfrm>
          <a:prstGeom prst="rect">
            <a:avLst/>
          </a:prstGeom>
          <a:solidFill>
            <a:srgbClr val="07231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useQuery({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queryKey: [...,stationId],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queryFn: ({signal}) =&gt;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fetchStationServices(stationId,{signal}),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Boolean(stationId),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977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3977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stationId en la queryKey → refetch automático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45445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45445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Cancelación + dedupe nativos de React Query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5111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51114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AbortSignal descarta respuestas obsoletas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TRABAJO EN EQUIPO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Caso: cards → tabla, status →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Minimizar impacto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9718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layout vive solo en StationList/StationCard; el nombre del campo del CMS vive solo en el mapper de services/api.ts. Ningún cambio de UI o de contrato toca hooks ni types.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9659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578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Coordinar contrato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3063240"/>
            <a:ext cx="29718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types/ como fuente de verdad interna, mappers explícitos por endpoint, y versionado de API para cambios breaking (ej. /v2/stations) en vez de mutar el contrato en caliente.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196596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92440" y="2578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romper producción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3063240"/>
            <a:ext cx="29718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de contrato sobre el mapper, TypeScript estricto, feature flags para el nuevo layout, cobertura de tests existente como red de seguridad y compatibilidad temporal status/state.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CALIDAD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Testing y accesibilidad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Componente: render + interacción (StationCard) — selección, toggle, estado deshabilitado.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1635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 con mock de API (useStationServices) — enabled, éxito, error y refetch al cambiar de estación.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4904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(StationsPage) — dashboard, búsqueda, confirmación al inactivar, toasts.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626864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681728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Accesibilidad automatizada (jest-axe) — 0 violaciones WCAG en página, modal y tarjetas.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0B1F4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577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27 tests · ~90%+ de cobertura · corren en CI en cada push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08483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Íconos de servicio con aria-label y title (no solo color/forma)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743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624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Toggle de estado con role="switch" + aria-checked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40156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2826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de carga (role="status") y error (role="alert")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05993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9410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Navegación e interacción completas por teclado, foco visible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AUTOMATIZACIÓN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CI/CD y guardrails de calidad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push corre el mismo pipeline que valida esta entrega, para que ningún cambio futuro llegue a producción sin pasar por lint, tests y build.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/ PR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24688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97480" y="21488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214884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4688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21488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14884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+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24688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95160" y="21488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214884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0" y="24688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0" y="21488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14884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Listo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8404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840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Antes de cada commit (local)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441655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2885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Husky + lint-staged corren ESLint sobre los archivos modificados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0566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9286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commit se bloquea si algo no pasa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36118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3840480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840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 cada push (GitHub Actions)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4416552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2885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 de cobertura publicado como artefacto descargable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5056632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49286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Dependabot revisa dependencias semanalmente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CIERRE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Entregables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731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Código fuente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 en GitHub — arquitectura por capas, TypeScript estricto, CI/CD activo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9464"/>
            <a:ext cx="731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6609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Manual de instalación y uso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54480" y="299923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README.md — instalación, scripts, guía de usuario y changelog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38728"/>
            <a:ext cx="731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630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Documentación técnica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54480" y="396849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docs/DECISIONES_TECNICAS.md, docs/BUGFIX.md y CHANGELOG.md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07992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07992"/>
            <a:ext cx="731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599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Higiene de repositorio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Plantillas de PR/Issue, Dependabot, pre-commit hooks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77256"/>
            <a:ext cx="731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5686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54480" y="590702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 documento — resumen ejecutivo de la solución completa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1D3A8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por Estación — Prueba Técnica Frontend React/CMS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Andrés Moreno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Contenido por Estación - Prueba Técnica</dc:title>
  <dc:subject>PptxGenJS Presentation</dc:subject>
  <dc:creator>Andrés Moreno</dc:creator>
  <cp:lastModifiedBy>Andrés Moreno</cp:lastModifiedBy>
  <cp:revision>1</cp:revision>
  <dcterms:created xsi:type="dcterms:W3CDTF">2026-08-11T00:31:14Z</dcterms:created>
  <dcterms:modified xsi:type="dcterms:W3CDTF">2026-08-11T00:31:14Z</dcterms:modified>
</cp:coreProperties>
</file>